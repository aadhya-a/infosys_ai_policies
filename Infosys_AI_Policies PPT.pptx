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77" r:id="rId4"/>
    <p:sldId id="268" r:id="rId5"/>
    <p:sldId id="269" r:id="rId6"/>
    <p:sldId id="270" r:id="rId7"/>
    <p:sldId id="271" r:id="rId8"/>
    <p:sldId id="278" r:id="rId9"/>
    <p:sldId id="272" r:id="rId10"/>
    <p:sldId id="273" r:id="rId11"/>
    <p:sldId id="274" r:id="rId12"/>
    <p:sldId id="275" r:id="rId13"/>
    <p:sldId id="279" r:id="rId14"/>
    <p:sldId id="276" r:id="rId15"/>
    <p:sldId id="266" r:id="rId16"/>
    <p:sldId id="267" r:id="rId17"/>
  </p:sldIdLst>
  <p:sldSz cx="18288000" cy="10287000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Futura Bold" panose="020B0604020202020204" charset="0"/>
      <p:regular r:id="rId23"/>
    </p:embeddedFont>
    <p:embeddedFont>
      <p:font typeface="Varela Round" panose="020B0604020202020204" charset="-79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5" d="100"/>
          <a:sy n="45" d="100"/>
        </p:scale>
        <p:origin x="620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A4AF-3A0C-4050-81FE-A72B9AAD789E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5B4A88-AE55-4952-8D46-404A7467F90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8215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5B4A88-AE55-4952-8D46-404A7467F901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18029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956072" y="2245429"/>
            <a:ext cx="16375856" cy="42704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106"/>
              </a:lnSpc>
            </a:pPr>
            <a:r>
              <a:rPr lang="en-US" sz="12479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AI-Powered Policy Navigation using </a:t>
            </a:r>
            <a:r>
              <a:rPr lang="en-US" sz="12479" b="1" dirty="0" err="1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FastAPI</a:t>
            </a:r>
            <a:endParaRPr lang="en-US" sz="12479" b="1" dirty="0">
              <a:solidFill>
                <a:srgbClr val="034697"/>
              </a:solidFill>
              <a:latin typeface="Futura Bold"/>
              <a:ea typeface="Futura Bold"/>
              <a:cs typeface="Futura Bold"/>
              <a:sym typeface="Futura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646158" y="7182971"/>
            <a:ext cx="6995684" cy="494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99"/>
              </a:lnSpc>
            </a:pPr>
            <a:r>
              <a:rPr lang="en-US" sz="3699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Presented by AADHYA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701912" y="1514398"/>
            <a:ext cx="8960375" cy="1209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8462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INTRODUCTION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793206" y="3473719"/>
            <a:ext cx="13617178" cy="404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sz="3200" b="1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About the Project:</a:t>
            </a:r>
          </a:p>
          <a:p>
            <a:pPr>
              <a:lnSpc>
                <a:spcPts val="4480"/>
              </a:lnSpc>
            </a:pPr>
            <a:endParaRPr lang="en-US" sz="3200" b="1" dirty="0">
              <a:solidFill>
                <a:srgbClr val="034697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arela Round"/>
              <a:ea typeface="Varela Round"/>
              <a:cs typeface="Varela Round"/>
              <a:sym typeface="Varela Round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AI system for analyzing and retrieving policy information using NLP.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Uses pre-trained models for text similarity search.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Implemented with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backend and HTML/CSS frontend.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Main goal: To help users quickly find relevant public policy details.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419600" y="3785492"/>
            <a:ext cx="8960375" cy="3979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16600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PART – 1</a:t>
            </a:r>
          </a:p>
          <a:p>
            <a:pPr algn="ctr">
              <a:lnSpc>
                <a:spcPts val="7531"/>
              </a:lnSpc>
            </a:pPr>
            <a:endParaRPr lang="en-US" sz="16600" b="1" dirty="0">
              <a:solidFill>
                <a:srgbClr val="034697"/>
              </a:solidFill>
              <a:latin typeface="Futura Bold"/>
              <a:ea typeface="Futura Bold"/>
              <a:cs typeface="Futura Bold"/>
              <a:sym typeface="Futura Bold"/>
            </a:endParaRPr>
          </a:p>
          <a:p>
            <a:pPr algn="ctr">
              <a:lnSpc>
                <a:spcPts val="7531"/>
              </a:lnSpc>
            </a:pPr>
            <a:endParaRPr lang="en-US" sz="16600" b="1" dirty="0">
              <a:solidFill>
                <a:srgbClr val="034697"/>
              </a:solidFill>
              <a:latin typeface="Futura Bold"/>
              <a:ea typeface="Futura Bold"/>
              <a:cs typeface="Futura Bold"/>
              <a:sym typeface="Futura Bold"/>
            </a:endParaRPr>
          </a:p>
          <a:p>
            <a:pPr algn="ctr">
              <a:lnSpc>
                <a:spcPts val="7531"/>
              </a:lnSpc>
            </a:pPr>
            <a:r>
              <a:rPr lang="en-US" sz="16600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AI Part</a:t>
            </a:r>
          </a:p>
        </p:txBody>
      </p:sp>
    </p:spTree>
    <p:extLst>
      <p:ext uri="{BB962C8B-B14F-4D97-AF65-F5344CB8AC3E}">
        <p14:creationId xmlns:p14="http://schemas.microsoft.com/office/powerpoint/2010/main" val="1079434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663812" y="1500673"/>
            <a:ext cx="9661788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8462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AI Components Used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13439" y="3069415"/>
            <a:ext cx="14562534" cy="51029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sz="3200" b="1" dirty="0">
              <a:solidFill>
                <a:srgbClr val="034697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arela Round"/>
              <a:ea typeface="Varela Round"/>
              <a:cs typeface="Varela Round"/>
              <a:sym typeface="Varela Round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Uses </a:t>
            </a:r>
            <a:r>
              <a:rPr lang="en-US" sz="3200" b="1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Machine Learning (ML)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for text similarity detection.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Applies </a:t>
            </a:r>
            <a:r>
              <a:rPr lang="en-US" sz="3200" b="1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TF-IDF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and </a:t>
            </a:r>
            <a:r>
              <a:rPr lang="en-US" sz="3200" b="1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cosine similarity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to find related policies.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Uses </a:t>
            </a:r>
            <a:r>
              <a:rPr lang="en-US" sz="3200" b="1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Natural Language Processing (NLP)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for text analysis.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Performs </a:t>
            </a:r>
            <a:r>
              <a:rPr lang="en-US" sz="3200" b="1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tokenization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,</a:t>
            </a:r>
            <a:r>
              <a:rPr lang="en-US" sz="3200" b="1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 stop word removal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,</a:t>
            </a:r>
            <a:r>
              <a:rPr lang="en-US" sz="3200" b="1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and</a:t>
            </a:r>
            <a:r>
              <a:rPr lang="en-US" sz="3200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 </a:t>
            </a:r>
            <a:r>
              <a:rPr lang="en-US" sz="3200" b="1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lemmatization</a:t>
            </a:r>
            <a:r>
              <a:rPr lang="en-US" sz="3200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Converts text into numerical form using </a:t>
            </a:r>
            <a:r>
              <a:rPr lang="en-US" sz="3200" b="1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vectorization.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Retrieves the </a:t>
            </a:r>
            <a:r>
              <a:rPr lang="en-US" sz="3200" b="1" dirty="0">
                <a:solidFill>
                  <a:srgbClr val="03469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arela Round"/>
                <a:ea typeface="Varela Round"/>
                <a:cs typeface="Varela Round"/>
                <a:sym typeface="Varela Round"/>
              </a:rPr>
              <a:t>most relevant policy information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based on user queries.</a:t>
            </a:r>
          </a:p>
        </p:txBody>
      </p:sp>
    </p:spTree>
    <p:extLst>
      <p:ext uri="{BB962C8B-B14F-4D97-AF65-F5344CB8AC3E}">
        <p14:creationId xmlns:p14="http://schemas.microsoft.com/office/powerpoint/2010/main" val="3971278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648200" y="1740212"/>
            <a:ext cx="9661788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8462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NLP Terminologies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797969" y="2880826"/>
            <a:ext cx="14489905" cy="49413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endParaRPr lang="en-US" sz="3200" b="1" dirty="0">
              <a:solidFill>
                <a:srgbClr val="034697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arela Round"/>
              <a:ea typeface="Varela Round"/>
              <a:cs typeface="Varela Round"/>
              <a:sym typeface="Varela Round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Tokenization: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Splitting policy text into smaller tokens.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Stop Words Removal: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Removes common words (“and”, “the”).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Lemmatization: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Converts words to root forms.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Vectorization: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Converts text to numbers using TF-IDF.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Cosine Similarity: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Measures how close two texts are.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Named Entity Recognition: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Identifies policy titles or acts.</a:t>
            </a:r>
          </a:p>
        </p:txBody>
      </p:sp>
    </p:spTree>
    <p:extLst>
      <p:ext uri="{BB962C8B-B14F-4D97-AF65-F5344CB8AC3E}">
        <p14:creationId xmlns:p14="http://schemas.microsoft.com/office/powerpoint/2010/main" val="3594752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398831" y="659133"/>
            <a:ext cx="9661788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8462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NLP Workflow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619500" y="1509264"/>
            <a:ext cx="15682436" cy="7471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endParaRPr lang="en-US" sz="3200" b="1" dirty="0">
              <a:solidFill>
                <a:srgbClr val="034697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arela Round"/>
              <a:ea typeface="Varela Round"/>
              <a:cs typeface="Varela Round"/>
              <a:sym typeface="Varela Round"/>
            </a:endParaRP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Load the Data: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File: updated_data.csv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Contains multiple policy descriptions.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Preprocessing: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Text cleaning, tokenization, removing punctuation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TF-IDF vectorization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Training: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Builds a 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TF-IDF matrix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from the data.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Testing (Example: Primary Education Policy):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Input: “Describe the primary education policy.”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Output: Shows most relevant policy section with similarity score.</a:t>
            </a:r>
          </a:p>
        </p:txBody>
      </p:sp>
    </p:spTree>
    <p:extLst>
      <p:ext uri="{BB962C8B-B14F-4D97-AF65-F5344CB8AC3E}">
        <p14:creationId xmlns:p14="http://schemas.microsoft.com/office/powerpoint/2010/main" val="3974401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398831" y="659133"/>
            <a:ext cx="9661788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8462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Pickle Files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97844" y="2132315"/>
            <a:ext cx="15682436" cy="45166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endParaRPr lang="en-US" sz="3200" b="1" dirty="0">
              <a:solidFill>
                <a:srgbClr val="034697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arela Round"/>
              <a:ea typeface="Varela Round"/>
              <a:cs typeface="Varela Round"/>
              <a:sym typeface="Varela Round"/>
            </a:endParaRP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Saved model components: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scheme_tfidf_matrix.pkl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(30 MB) →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Stores trained matrix and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DataFrame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.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b="1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scheme_vectorizer.pkl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(439 KB) → 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Stores TF-IDF vectorizer used for transformation.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endParaRPr lang="en-US" sz="3200" b="1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Purpose: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To reload models instantly without retraining.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Maintains consistent model behavior during API runs.</a:t>
            </a:r>
          </a:p>
        </p:txBody>
      </p:sp>
    </p:spTree>
    <p:extLst>
      <p:ext uri="{BB962C8B-B14F-4D97-AF65-F5344CB8AC3E}">
        <p14:creationId xmlns:p14="http://schemas.microsoft.com/office/powerpoint/2010/main" val="723746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419600" y="3785492"/>
            <a:ext cx="8960375" cy="3979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16600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PART – 2</a:t>
            </a:r>
          </a:p>
          <a:p>
            <a:pPr algn="ctr">
              <a:lnSpc>
                <a:spcPts val="7531"/>
              </a:lnSpc>
            </a:pPr>
            <a:endParaRPr lang="en-US" sz="16600" b="1" dirty="0">
              <a:solidFill>
                <a:srgbClr val="034697"/>
              </a:solidFill>
              <a:latin typeface="Futura Bold"/>
              <a:ea typeface="Futura Bold"/>
              <a:cs typeface="Futura Bold"/>
              <a:sym typeface="Futura Bold"/>
            </a:endParaRPr>
          </a:p>
          <a:p>
            <a:pPr algn="ctr">
              <a:lnSpc>
                <a:spcPts val="7531"/>
              </a:lnSpc>
            </a:pPr>
            <a:endParaRPr lang="en-US" sz="16600" b="1" dirty="0">
              <a:solidFill>
                <a:srgbClr val="034697"/>
              </a:solidFill>
              <a:latin typeface="Futura Bold"/>
              <a:ea typeface="Futura Bold"/>
              <a:cs typeface="Futura Bold"/>
              <a:sym typeface="Futura Bold"/>
            </a:endParaRPr>
          </a:p>
          <a:p>
            <a:pPr algn="ctr">
              <a:lnSpc>
                <a:spcPts val="7531"/>
              </a:lnSpc>
            </a:pPr>
            <a:r>
              <a:rPr lang="en-US" sz="16600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Fast API</a:t>
            </a:r>
          </a:p>
        </p:txBody>
      </p:sp>
    </p:spTree>
    <p:extLst>
      <p:ext uri="{BB962C8B-B14F-4D97-AF65-F5344CB8AC3E}">
        <p14:creationId xmlns:p14="http://schemas.microsoft.com/office/powerpoint/2010/main" val="3647641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609600" y="1007860"/>
            <a:ext cx="14630399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8462" b="1" dirty="0" err="1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FastAPI</a:t>
            </a:r>
            <a:r>
              <a:rPr lang="en-US" sz="8462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 Project Folder Structure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02782" y="1548540"/>
            <a:ext cx="15682436" cy="84561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endParaRPr lang="en-US" sz="3200" b="1" dirty="0">
              <a:solidFill>
                <a:srgbClr val="034697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arela Round"/>
              <a:ea typeface="Varela Round"/>
              <a:cs typeface="Varela Round"/>
              <a:sym typeface="Varela Round"/>
            </a:endParaRP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Infosys_AI_Policies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/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│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├── app.py                      → </a:t>
            </a:r>
            <a:r>
              <a:rPr lang="en-US" sz="3200" b="1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main backend script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├── main.py                     → Supporting Python file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├── templates/                  → Frontend HTML files with CSS, JS assets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│   └── index.html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│   ├── education.html            → Education policies section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│   ├── healthcare.html           → Healthcare policies section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│   ├── agriculture.html           → Agriculture policies section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│   ├── women.html       → Women-related policies section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│   ├── employment.html  → Employment and </a:t>
            </a:r>
            <a:r>
              <a:rPr lang="en-US" sz="3200" b="1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labour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policies section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├── </a:t>
            </a:r>
            <a:r>
              <a:rPr lang="en-US" sz="3200" b="1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scheme_tfidf_matrix.pkl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     → Saved model data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├── </a:t>
            </a:r>
            <a:r>
              <a:rPr lang="en-US" sz="3200" b="1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scheme_vectorizer.pkl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       → Vectorizer model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├── updated_data.csv            → Policy dataset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├── README                      → Project documentation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└── </a:t>
            </a:r>
            <a:r>
              <a:rPr lang="en-US" sz="3200" b="1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AI_Policies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</a:t>
            </a:r>
            <a:r>
              <a:rPr lang="en-US" sz="3200" b="1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Coding.ipynb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    → Notebook for experimentation</a:t>
            </a:r>
          </a:p>
        </p:txBody>
      </p:sp>
    </p:spTree>
    <p:extLst>
      <p:ext uri="{BB962C8B-B14F-4D97-AF65-F5344CB8AC3E}">
        <p14:creationId xmlns:p14="http://schemas.microsoft.com/office/powerpoint/2010/main" val="798007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398831" y="659133"/>
            <a:ext cx="9661788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8462" b="1" dirty="0" err="1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FastAPI</a:t>
            </a:r>
            <a:r>
              <a:rPr lang="en-US" sz="8462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 Structure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842970" y="1703979"/>
            <a:ext cx="15682436" cy="7471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endParaRPr lang="en-US" sz="3200" b="1" dirty="0">
              <a:solidFill>
                <a:srgbClr val="034697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from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import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, Request</a:t>
            </a: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from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fastapi.responses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import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HTMLResponse</a:t>
            </a:r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from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fastapi.templating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import Jinja2Templates</a:t>
            </a:r>
          </a:p>
          <a:p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app =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()</a:t>
            </a:r>
          </a:p>
          <a:p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templates = Jinja2Templates(directory="templates")</a:t>
            </a:r>
          </a:p>
          <a:p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@app.get("/",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response_class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=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HTMLResponse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)</a:t>
            </a: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def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read_root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(request: Request):</a:t>
            </a: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   return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templates.TemplateResponse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("index.html", {"request": request})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endParaRPr lang="en-US" sz="3200" b="1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@app.get("/") → Defines the homepage route.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TemplateResponse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→ Sends HTML to user.</a:t>
            </a:r>
          </a:p>
        </p:txBody>
      </p:sp>
    </p:spTree>
    <p:extLst>
      <p:ext uri="{BB962C8B-B14F-4D97-AF65-F5344CB8AC3E}">
        <p14:creationId xmlns:p14="http://schemas.microsoft.com/office/powerpoint/2010/main" val="1920790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398831" y="659133"/>
            <a:ext cx="9661788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8462" b="1" dirty="0" err="1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FastAPI</a:t>
            </a:r>
            <a:r>
              <a:rPr lang="en-US" sz="8462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 Structure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842970" y="1703979"/>
            <a:ext cx="15682436" cy="7471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endParaRPr lang="en-US" sz="3200" b="1" dirty="0">
              <a:solidFill>
                <a:srgbClr val="034697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from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import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, Request</a:t>
            </a: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from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fastapi.responses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import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HTMLResponse</a:t>
            </a:r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from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fastapi.templating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import Jinja2Templates</a:t>
            </a:r>
          </a:p>
          <a:p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app =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()</a:t>
            </a:r>
          </a:p>
          <a:p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templates = Jinja2Templates(directory="templates")</a:t>
            </a:r>
          </a:p>
          <a:p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@app.get("/",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response_class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=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HTMLResponse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)</a:t>
            </a: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def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read_root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(request: Request):</a:t>
            </a: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   return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templates.TemplateResponse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("index.html", {"request": request})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endParaRPr lang="en-US" sz="3200" b="1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@app.get("/") → Defines the homepage route.</a:t>
            </a:r>
          </a:p>
          <a:p>
            <a:pPr marL="514350" indent="-514350">
              <a:buFont typeface="Wingdings" panose="05000000000000000000" pitchFamily="2" charset="2"/>
              <a:buChar char="v"/>
            </a:pPr>
            <a:r>
              <a:rPr lang="en-US" sz="3200" b="1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TemplateResponse</a:t>
            </a: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→ Sends HTML to user.</a:t>
            </a:r>
          </a:p>
        </p:txBody>
      </p:sp>
    </p:spTree>
    <p:extLst>
      <p:ext uri="{BB962C8B-B14F-4D97-AF65-F5344CB8AC3E}">
        <p14:creationId xmlns:p14="http://schemas.microsoft.com/office/powerpoint/2010/main" val="3278066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228115" y="885439"/>
            <a:ext cx="11831769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8462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Model Loading in </a:t>
            </a:r>
            <a:r>
              <a:rPr lang="en-US" sz="8462" b="1" dirty="0" err="1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FastAPI</a:t>
            </a:r>
            <a:endParaRPr lang="en-US" sz="8462" b="1" dirty="0">
              <a:solidFill>
                <a:srgbClr val="034697"/>
              </a:solidFill>
              <a:latin typeface="Futura Bold"/>
              <a:ea typeface="Futura Bold"/>
              <a:cs typeface="Futura Bold"/>
              <a:sym typeface="Futura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833469" y="2116426"/>
            <a:ext cx="15682436" cy="64863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endParaRPr lang="en-US" sz="3200" b="1" dirty="0">
              <a:solidFill>
                <a:srgbClr val="034697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import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joblib</a:t>
            </a:r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from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sklearn.metrics.pairwise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import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cosine_similarity</a:t>
            </a:r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vectorizer =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joblib.load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("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scheme_vectorizer.pkl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")</a:t>
            </a: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data =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joblib.load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("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scheme_tfidf_matrix.pkl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")</a:t>
            </a:r>
          </a:p>
          <a:p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tfidf_matrix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= data["matrix"]</a:t>
            </a:r>
          </a:p>
          <a:p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df = data["df"]</a:t>
            </a:r>
          </a:p>
          <a:p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Loads the pre-trained model files.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US" sz="3200" b="1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Enables query-based policy retrieval.</a:t>
            </a:r>
          </a:p>
        </p:txBody>
      </p:sp>
    </p:spTree>
    <p:extLst>
      <p:ext uri="{BB962C8B-B14F-4D97-AF65-F5344CB8AC3E}">
        <p14:creationId xmlns:p14="http://schemas.microsoft.com/office/powerpoint/2010/main" val="225376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419600" y="3785492"/>
            <a:ext cx="8960375" cy="3979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16600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PART – 3</a:t>
            </a:r>
          </a:p>
          <a:p>
            <a:pPr algn="ctr">
              <a:lnSpc>
                <a:spcPts val="7531"/>
              </a:lnSpc>
            </a:pPr>
            <a:endParaRPr lang="en-US" sz="16600" b="1" dirty="0">
              <a:solidFill>
                <a:srgbClr val="034697"/>
              </a:solidFill>
              <a:latin typeface="Futura Bold"/>
              <a:ea typeface="Futura Bold"/>
              <a:cs typeface="Futura Bold"/>
              <a:sym typeface="Futura Bold"/>
            </a:endParaRPr>
          </a:p>
          <a:p>
            <a:pPr algn="ctr">
              <a:lnSpc>
                <a:spcPts val="7531"/>
              </a:lnSpc>
            </a:pPr>
            <a:endParaRPr lang="en-US" sz="16600" b="1" dirty="0">
              <a:solidFill>
                <a:srgbClr val="034697"/>
              </a:solidFill>
              <a:latin typeface="Futura Bold"/>
              <a:ea typeface="Futura Bold"/>
              <a:cs typeface="Futura Bold"/>
              <a:sym typeface="Futura Bold"/>
            </a:endParaRPr>
          </a:p>
          <a:p>
            <a:pPr algn="ctr">
              <a:lnSpc>
                <a:spcPts val="7531"/>
              </a:lnSpc>
            </a:pPr>
            <a:r>
              <a:rPr lang="en-US" sz="16600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HTML</a:t>
            </a:r>
          </a:p>
        </p:txBody>
      </p:sp>
    </p:spTree>
    <p:extLst>
      <p:ext uri="{BB962C8B-B14F-4D97-AF65-F5344CB8AC3E}">
        <p14:creationId xmlns:p14="http://schemas.microsoft.com/office/powerpoint/2010/main" val="1508345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228115" y="885439"/>
            <a:ext cx="11831769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8462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Frontend Design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73129" y="2379388"/>
            <a:ext cx="15682436" cy="6418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endParaRPr lang="en-US" sz="3200" b="1" dirty="0">
              <a:solidFill>
                <a:srgbClr val="034697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arela Round"/>
              <a:ea typeface="Varela Round"/>
              <a:cs typeface="Varela Round"/>
              <a:sym typeface="Varela Round"/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HTML files are located in the templates/ directory — including index.html, education.html, healthcare.html, agriculture.html, women.html, and employment.html.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User enters policy question → Backend finds most relevant policy section.</a:t>
            </a:r>
          </a:p>
          <a:p>
            <a:pPr>
              <a:lnSpc>
                <a:spcPct val="150000"/>
              </a:lnSpc>
            </a:pPr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>
              <a:lnSpc>
                <a:spcPct val="150000"/>
              </a:lnSpc>
            </a:pPr>
            <a:r>
              <a:rPr lang="en-US" sz="3200" b="1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Design Highlights: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Search bar + AI results panel.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Gradient background with policy cards.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Responsive layout using simple HTML/CSS.</a:t>
            </a:r>
            <a:endParaRPr lang="en-US" sz="3200" b="1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</p:spTree>
    <p:extLst>
      <p:ext uri="{BB962C8B-B14F-4D97-AF65-F5344CB8AC3E}">
        <p14:creationId xmlns:p14="http://schemas.microsoft.com/office/powerpoint/2010/main" val="3026934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758020" y="1448692"/>
            <a:ext cx="8960375" cy="1209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1"/>
              </a:lnSpc>
            </a:pPr>
            <a:r>
              <a:rPr lang="en-US" sz="8462" b="1" dirty="0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CONCLUSION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52217" y="3087664"/>
            <a:ext cx="15183565" cy="54168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The AI-Powered Policy Navigation System efficiently retrieves relevant public policies using NLP and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By integrating TF-IDF vectorization and cosine similarity, the system provides accurate, meaningful policy matches.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The </a:t>
            </a:r>
            <a:r>
              <a:rPr lang="en-US" sz="3200" dirty="0" err="1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FastAPI</a:t>
            </a: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 backend ensures fast and scalable model deployment with an interactive web-based frontend.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US" sz="3200" dirty="0">
              <a:solidFill>
                <a:srgbClr val="034697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>
                <a:solidFill>
                  <a:srgbClr val="034697"/>
                </a:solidFill>
                <a:latin typeface="Varela Round"/>
                <a:ea typeface="Varela Round"/>
                <a:cs typeface="Varela Round"/>
                <a:sym typeface="Varela Round"/>
              </a:rPr>
              <a:t>This project demonstrates the practical use of AI and NLP in simplifying complex policy documents for better accessibility and understanding.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259300" y="3611365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5646935"/>
                </a:moveTo>
                <a:lnTo>
                  <a:pt x="2813200" y="5646935"/>
                </a:lnTo>
                <a:lnTo>
                  <a:pt x="2813200" y="0"/>
                </a:lnTo>
                <a:lnTo>
                  <a:pt x="0" y="0"/>
                </a:lnTo>
                <a:lnTo>
                  <a:pt x="0" y="5646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 flipH="1" flipV="1">
            <a:off x="14257262" y="-3201368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1" y="5646935"/>
                </a:moveTo>
                <a:lnTo>
                  <a:pt x="0" y="5646935"/>
                </a:lnTo>
                <a:lnTo>
                  <a:pt x="0" y="0"/>
                </a:lnTo>
                <a:lnTo>
                  <a:pt x="2813201" y="0"/>
                </a:lnTo>
                <a:lnTo>
                  <a:pt x="2813201" y="564693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1038967" y="7841433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0" y="0"/>
                </a:moveTo>
                <a:lnTo>
                  <a:pt x="2813200" y="0"/>
                </a:lnTo>
                <a:lnTo>
                  <a:pt x="2813200" y="5646935"/>
                </a:lnTo>
                <a:lnTo>
                  <a:pt x="0" y="5646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784500" y="1028700"/>
            <a:ext cx="2813200" cy="5646935"/>
          </a:xfrm>
          <a:custGeom>
            <a:avLst/>
            <a:gdLst/>
            <a:ahLst/>
            <a:cxnLst/>
            <a:rect l="l" t="t" r="r" b="b"/>
            <a:pathLst>
              <a:path w="2813200" h="5646935">
                <a:moveTo>
                  <a:pt x="2813200" y="0"/>
                </a:moveTo>
                <a:lnTo>
                  <a:pt x="0" y="0"/>
                </a:lnTo>
                <a:lnTo>
                  <a:pt x="0" y="5646935"/>
                </a:lnTo>
                <a:lnTo>
                  <a:pt x="2813200" y="5646935"/>
                </a:lnTo>
                <a:lnTo>
                  <a:pt x="2813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926064" y="7429986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0"/>
                </a:moveTo>
                <a:lnTo>
                  <a:pt x="1954764" y="0"/>
                </a:lnTo>
                <a:lnTo>
                  <a:pt x="1954764" y="2437914"/>
                </a:lnTo>
                <a:lnTo>
                  <a:pt x="0" y="24379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7259300" y="557698"/>
            <a:ext cx="1954764" cy="2437914"/>
          </a:xfrm>
          <a:custGeom>
            <a:avLst/>
            <a:gdLst/>
            <a:ahLst/>
            <a:cxnLst/>
            <a:rect l="l" t="t" r="r" b="b"/>
            <a:pathLst>
              <a:path w="1954764" h="2437914">
                <a:moveTo>
                  <a:pt x="0" y="2437914"/>
                </a:moveTo>
                <a:lnTo>
                  <a:pt x="1954764" y="2437914"/>
                </a:lnTo>
                <a:lnTo>
                  <a:pt x="1954764" y="0"/>
                </a:lnTo>
                <a:lnTo>
                  <a:pt x="0" y="0"/>
                </a:lnTo>
                <a:lnTo>
                  <a:pt x="0" y="243791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73350" y="557698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0"/>
                </a:moveTo>
                <a:lnTo>
                  <a:pt x="1885950" y="0"/>
                </a:lnTo>
                <a:lnTo>
                  <a:pt x="188595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V="1">
            <a:off x="883444" y="8924925"/>
            <a:ext cx="1885950" cy="942975"/>
          </a:xfrm>
          <a:custGeom>
            <a:avLst/>
            <a:gdLst/>
            <a:ahLst/>
            <a:cxnLst/>
            <a:rect l="l" t="t" r="r" b="b"/>
            <a:pathLst>
              <a:path w="1885950" h="942975">
                <a:moveTo>
                  <a:pt x="0" y="942975"/>
                </a:moveTo>
                <a:lnTo>
                  <a:pt x="1885950" y="942975"/>
                </a:lnTo>
                <a:lnTo>
                  <a:pt x="1885950" y="0"/>
                </a:lnTo>
                <a:lnTo>
                  <a:pt x="0" y="0"/>
                </a:lnTo>
                <a:lnTo>
                  <a:pt x="0" y="94297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327384" y="3607558"/>
            <a:ext cx="11633233" cy="3186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106"/>
              </a:lnSpc>
            </a:pPr>
            <a:r>
              <a:rPr lang="en-US" sz="12479" b="1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THANK</a:t>
            </a:r>
          </a:p>
          <a:p>
            <a:pPr algn="ctr">
              <a:lnSpc>
                <a:spcPts val="11106"/>
              </a:lnSpc>
            </a:pPr>
            <a:r>
              <a:rPr lang="en-US" sz="12479" b="1">
                <a:solidFill>
                  <a:srgbClr val="034697"/>
                </a:solidFill>
                <a:latin typeface="Futura Bold"/>
                <a:ea typeface="Futura Bold"/>
                <a:cs typeface="Futura Bold"/>
                <a:sym typeface="Futura Bold"/>
              </a:rPr>
              <a:t>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841</Words>
  <Application>Microsoft Office PowerPoint</Application>
  <PresentationFormat>Custom</PresentationFormat>
  <Paragraphs>146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Futura Bold</vt:lpstr>
      <vt:lpstr>Varela Round</vt:lpstr>
      <vt:lpstr>Calibri</vt:lpstr>
      <vt:lpstr>Wingdings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Simple Geometric Project Presentation</dc:title>
  <cp:lastModifiedBy>Aadhya A</cp:lastModifiedBy>
  <cp:revision>14</cp:revision>
  <dcterms:created xsi:type="dcterms:W3CDTF">2006-08-16T00:00:00Z</dcterms:created>
  <dcterms:modified xsi:type="dcterms:W3CDTF">2025-10-23T11:27:03Z</dcterms:modified>
  <dc:identifier>DAG1lTQXhKc</dc:identifier>
</cp:coreProperties>
</file>