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7" r:id="rId4"/>
    <p:sldId id="268" r:id="rId5"/>
    <p:sldId id="269" r:id="rId6"/>
    <p:sldId id="270" r:id="rId7"/>
    <p:sldId id="271" r:id="rId8"/>
    <p:sldId id="278" r:id="rId9"/>
    <p:sldId id="272" r:id="rId10"/>
    <p:sldId id="273" r:id="rId11"/>
    <p:sldId id="274" r:id="rId12"/>
    <p:sldId id="275" r:id="rId13"/>
    <p:sldId id="279" r:id="rId14"/>
    <p:sldId id="276" r:id="rId15"/>
    <p:sldId id="280" r:id="rId16"/>
    <p:sldId id="281" r:id="rId17"/>
    <p:sldId id="282" r:id="rId18"/>
    <p:sldId id="266" r:id="rId19"/>
    <p:sldId id="267" r:id="rId20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Futura Bold" panose="020B0604020202020204" charset="0"/>
      <p:regular r:id="rId26"/>
    </p:embeddedFont>
    <p:embeddedFont>
      <p:font typeface="Varela Round" panose="020B0604020202020204" charset="-79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A4AF-3A0C-4050-81FE-A72B9AAD789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B4A88-AE55-4952-8D46-404A7467F9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1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B4A88-AE55-4952-8D46-404A7467F90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80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56072" y="2245429"/>
            <a:ext cx="16375856" cy="4270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AI-Powered Policy Navigation using </a:t>
            </a:r>
            <a:r>
              <a:rPr lang="en-US" sz="12479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endParaRPr lang="en-US" sz="12479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646158" y="7182971"/>
            <a:ext cx="6995684" cy="49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Presented by AADHYA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01912" y="1514398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56707" y="2667827"/>
            <a:ext cx="13665994" cy="625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About the Project:</a:t>
            </a:r>
          </a:p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 system for analyzing and retrieving policy information using NLP.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pre-trained models for text similarity search.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Built with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and HTML/CSS frontend.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Helps users quickly find relevant public policy details.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Includes a Quantum NLP module for enhanced text understanding.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quantum-inspired embeddings for improved accuracy.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Demonstrates Quantum Machine Learning (QML) in policy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1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 Part</a:t>
            </a:r>
          </a:p>
        </p:txBody>
      </p:sp>
    </p:spTree>
    <p:extLst>
      <p:ext uri="{BB962C8B-B14F-4D97-AF65-F5344CB8AC3E}">
        <p14:creationId xmlns:p14="http://schemas.microsoft.com/office/powerpoint/2010/main" val="1079434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63812" y="150067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AI Components Used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13439" y="3069415"/>
            <a:ext cx="14562534" cy="5102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Machine Learning (ML)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 text similarity detection.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Applies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TF-IDF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and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cosine similarity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to find related policies.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Natural Language Processing (NLP)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for text analysis.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Performs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tokenization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stop word removal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and</a:t>
            </a:r>
            <a:r>
              <a:rPr lang="en-US" sz="3200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lemmatization</a:t>
            </a:r>
            <a:r>
              <a:rPr lang="en-US" sz="3200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text into numerical form using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vectorization.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Retrieves the </a:t>
            </a:r>
            <a:r>
              <a:rPr lang="en-US" sz="3200" b="1" dirty="0">
                <a:solidFill>
                  <a:srgbClr val="0346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arela Round"/>
                <a:ea typeface="Varela Round"/>
                <a:cs typeface="Varela Round"/>
                <a:sym typeface="Varela Round"/>
              </a:rPr>
              <a:t>most relevant policy information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based on user queries.</a:t>
            </a:r>
          </a:p>
        </p:txBody>
      </p:sp>
    </p:spTree>
    <p:extLst>
      <p:ext uri="{BB962C8B-B14F-4D97-AF65-F5344CB8AC3E}">
        <p14:creationId xmlns:p14="http://schemas.microsoft.com/office/powerpoint/2010/main" val="3971278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48200" y="1740212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NLP Terminologies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97969" y="2880826"/>
            <a:ext cx="14489905" cy="4941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Tokenization: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Splitting policy text into smaller tokens.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Stop Words Removal: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Removes common words (“and”, “the”).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Lemmatization: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words to root forms.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Vectorization: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Converts text to numbers using TF-IDF.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Cosine Similarity: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Measures how close two texts are.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Named Entity Recognition: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Identifies policy titles or acts.</a:t>
            </a:r>
          </a:p>
        </p:txBody>
      </p:sp>
    </p:spTree>
    <p:extLst>
      <p:ext uri="{BB962C8B-B14F-4D97-AF65-F5344CB8AC3E}">
        <p14:creationId xmlns:p14="http://schemas.microsoft.com/office/powerpoint/2010/main" val="359475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NLP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19500" y="1509264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 the Data: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File: updated_data.csv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Contains multiple policy descriptions.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Preprocessing: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Text cleaning, tokenization, removing punctuation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vectorization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Training: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Builds a 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TF-IDF matrix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the data.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Testing (Example: Primary Education Policy):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Input: “Describe the primary education policy.”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Output: Shows most relevant policy section with similarity score.</a:t>
            </a:r>
          </a:p>
        </p:txBody>
      </p:sp>
    </p:spTree>
    <p:extLst>
      <p:ext uri="{BB962C8B-B14F-4D97-AF65-F5344CB8AC3E}">
        <p14:creationId xmlns:p14="http://schemas.microsoft.com/office/powerpoint/2010/main" val="397440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Pickle Files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7844" y="2132315"/>
            <a:ext cx="15682436" cy="4516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Saved model components: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(30 MB) →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trained matrix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DataFrame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(439 KB) →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Stores TF-IDF vectorizer used for transformation.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Purpose: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 reload models instantly without retraining.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Maintains consistent model behavior during API runs.</a:t>
            </a:r>
          </a:p>
        </p:txBody>
      </p:sp>
    </p:spTree>
    <p:extLst>
      <p:ext uri="{BB962C8B-B14F-4D97-AF65-F5344CB8AC3E}">
        <p14:creationId xmlns:p14="http://schemas.microsoft.com/office/powerpoint/2010/main" val="723746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2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 API</a:t>
            </a:r>
          </a:p>
        </p:txBody>
      </p:sp>
    </p:spTree>
    <p:extLst>
      <p:ext uri="{BB962C8B-B14F-4D97-AF65-F5344CB8AC3E}">
        <p14:creationId xmlns:p14="http://schemas.microsoft.com/office/powerpoint/2010/main" val="364764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9600" y="1007860"/>
            <a:ext cx="1463039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Project Folder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2782" y="1548540"/>
            <a:ext cx="15682436" cy="845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Infosys_AI_Policies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/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app.py                      →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main backend script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main.py                     → Supporting Python file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templates/                  → Frontend HTML files with CSS, JS assets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└── index.html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education.html            → Education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healthcare.html           → Healthcare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agriculture.html           → Agriculture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women.html       → Women-related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│   ├── employment.html  → Employment and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labour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policies section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→ Saved model data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   → Vectorizer model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updated_data.csv            → Policy dataset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├── README                      → Project documentation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└──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AI_Policies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Coding.ipynb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 → Notebook for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798007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2970" y="1703979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Request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fastapi.responses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fastapi.templating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Jinja2Templates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 = Jinja2Templates(directory="templates")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response_class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=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read_root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(request: Request):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return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templates.TemplateResponse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("index.html", {"request": request})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@app.get("/") → Defines the homepage route.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TemplateResponse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→ Sends HTML to user.</a:t>
            </a:r>
          </a:p>
        </p:txBody>
      </p:sp>
    </p:spTree>
    <p:extLst>
      <p:ext uri="{BB962C8B-B14F-4D97-AF65-F5344CB8AC3E}">
        <p14:creationId xmlns:p14="http://schemas.microsoft.com/office/powerpoint/2010/main" val="192079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98831" y="659133"/>
            <a:ext cx="966178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 Structure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2970" y="1703979"/>
            <a:ext cx="15682436" cy="7471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, Request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fastapi.responses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fastapi.templating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Jinja2Templates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app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 = Jinja2Templates(directory="templates")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@app.get("/",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response_class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=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read_root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(request: Request):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return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templates.TemplateResponse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("index.html", {"request": request})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@app.get("/") → Defines the homepage route.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b="1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TemplateResponse</a:t>
            </a: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→ Sends HTML to user.</a:t>
            </a:r>
          </a:p>
        </p:txBody>
      </p:sp>
    </p:spTree>
    <p:extLst>
      <p:ext uri="{BB962C8B-B14F-4D97-AF65-F5344CB8AC3E}">
        <p14:creationId xmlns:p14="http://schemas.microsoft.com/office/powerpoint/2010/main" val="327806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Model Loading in </a:t>
            </a:r>
            <a:r>
              <a:rPr lang="en-US" sz="8462" b="1" dirty="0" err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FastAPI</a:t>
            </a:r>
            <a:endParaRPr lang="en-US" sz="8462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469" y="2116426"/>
            <a:ext cx="15682436" cy="6486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from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sklearn.metrics.pairwise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import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cosine_similarity</a:t>
            </a: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vectorizer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scheme_vectorizer.pkl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 =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joblib.load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("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scheme_tfidf_matrix.pkl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")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tfidf_matrix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= data["matrix"]</a:t>
            </a:r>
          </a:p>
          <a:p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df = data["df"]</a:t>
            </a:r>
          </a:p>
          <a:p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Loads the pre-trained model files.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Enables query-based policy retrieval.</a:t>
            </a:r>
          </a:p>
        </p:txBody>
      </p:sp>
    </p:spTree>
    <p:extLst>
      <p:ext uri="{BB962C8B-B14F-4D97-AF65-F5344CB8AC3E}">
        <p14:creationId xmlns:p14="http://schemas.microsoft.com/office/powerpoint/2010/main" val="225376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19600" y="3785492"/>
            <a:ext cx="8960375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3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508345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Frontend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3129" y="2379388"/>
            <a:ext cx="15682436" cy="641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HTML files are located in the templates/ directory — including index.html, education.html, healthcare.html, agriculture.html, women.html, and employment.html.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User enters policy question → Backend finds most relevant policy section.</a:t>
            </a:r>
          </a:p>
          <a:p>
            <a:pPr>
              <a:lnSpc>
                <a:spcPct val="15000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Design Highlights: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Search bar + AI results panel.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Gradient background with policy cards.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Responsive layout using simple HTML/CSS.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026934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38600" y="3611365"/>
            <a:ext cx="10744200" cy="3979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PART – 4</a:t>
            </a: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endParaRPr lang="en-US" sz="16600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  <a:p>
            <a:pPr algn="ctr">
              <a:lnSpc>
                <a:spcPts val="7531"/>
              </a:lnSpc>
            </a:pPr>
            <a:r>
              <a:rPr lang="en-US" sz="16600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</a:t>
            </a:r>
          </a:p>
        </p:txBody>
      </p:sp>
    </p:spTree>
    <p:extLst>
      <p:ext uri="{BB962C8B-B14F-4D97-AF65-F5344CB8AC3E}">
        <p14:creationId xmlns:p14="http://schemas.microsoft.com/office/powerpoint/2010/main" val="2088901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 Component 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6864" y="2444589"/>
            <a:ext cx="15682436" cy="6172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Integrated a Quantum NLP module for enhanced policy relevance detection.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Quantum Kernel (QVC and QSVC) models for text classification and similarity.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Employs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PennyLane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Qiskit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libraries for hybrid quantum-classical computation.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 models process text embeddings to improve accuracy in ambiguous policy queries.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2103528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28115" y="885439"/>
            <a:ext cx="11831769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Quantum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1805473"/>
            <a:ext cx="15682436" cy="6172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endParaRPr lang="en-US" sz="3200" b="1" dirty="0">
              <a:solidFill>
                <a:srgbClr val="03469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Text Vectorization: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Convert policy text using TF-IDF.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 Feature Mapping: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Map classical vectors to quantum states.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Kernel Computation: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 quantum circuits to compute similarity (Quantum Kernel).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Prediction: 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Classify queries as quantum-related or non-quantum-related policies.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Integration: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Combined with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for live prediction and retrieval.</a:t>
            </a:r>
            <a:endParaRPr lang="en-US" sz="3200" b="1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175056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58020" y="1448692"/>
            <a:ext cx="8960375" cy="1209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309936"/>
            <a:ext cx="16354783" cy="436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AI-powered system for retrieving public policies using NLP and </a:t>
            </a: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Uses TF-IDF and cosine similarity for accurate policy matching.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err="1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FastAPI</a:t>
            </a: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backend ensures fast and scalable deployment.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Web-based frontend provides interactive user experience.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Demonstrates AI and NLP in simplifying policy documents.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Quantum-inspired NLP improves semantic understanding and retrieval accuracy.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27384" y="3607558"/>
            <a:ext cx="11633233" cy="318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sz="12479" b="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964</Words>
  <Application>Microsoft Office PowerPoint</Application>
  <PresentationFormat>Custom</PresentationFormat>
  <Paragraphs>167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Futura Bold</vt:lpstr>
      <vt:lpstr>Arial</vt:lpstr>
      <vt:lpstr>Varela Round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cp:lastModifiedBy>Aadhya A</cp:lastModifiedBy>
  <cp:revision>16</cp:revision>
  <dcterms:created xsi:type="dcterms:W3CDTF">2006-08-16T00:00:00Z</dcterms:created>
  <dcterms:modified xsi:type="dcterms:W3CDTF">2025-10-28T12:20:37Z</dcterms:modified>
  <dc:identifier>DAG1lTQXhKc</dc:identifier>
</cp:coreProperties>
</file>